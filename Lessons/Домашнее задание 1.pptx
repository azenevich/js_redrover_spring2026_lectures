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7363176c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7363176c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w3schools.com/js/js_intro.asp" TargetMode="External"/><Relationship Id="rId4" Type="http://schemas.openxmlformats.org/officeDocument/2006/relationships/hyperlink" Target="https://learn.javascript.ru/int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/>
        </p:nvSpPr>
        <p:spPr>
          <a:xfrm>
            <a:off x="0" y="0"/>
            <a:ext cx="88968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Домашнее задание: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Установить Node.js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Установить VS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Настроить VS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Зарегистрироваться в программе codewars.com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Материал к прочтению: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 u="sng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https://www.w3schools.com/js/js_intro.asp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 u="sng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https://learn.javascript.ru/intro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