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e2d1da8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ce2d1da8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ce2d1da8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ce2d1da8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e2d1da88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e2d1da8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nodejs.org/en/download" TargetMode="External"/><Relationship Id="rId4" Type="http://schemas.openxmlformats.org/officeDocument/2006/relationships/hyperlink" Target="https://code.visualstudio.com/downloa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idx="4294967295" type="body"/>
          </p:nvPr>
        </p:nvSpPr>
        <p:spPr>
          <a:xfrm>
            <a:off x="216600" y="243750"/>
            <a:ext cx="85863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Установка Программ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25"/>
          <p:cNvSpPr txBox="1"/>
          <p:nvPr/>
        </p:nvSpPr>
        <p:spPr>
          <a:xfrm>
            <a:off x="216600" y="686725"/>
            <a:ext cx="8658300" cy="4228200"/>
          </a:xfrm>
          <a:prstGeom prst="rect">
            <a:avLst/>
          </a:prstGeom>
          <a:noFill/>
          <a:ln cap="flat" cmpd="sng" w="9525">
            <a:solidFill>
              <a:srgbClr val="0986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Использовать мы будем VSCode, NodeJs и, в будущем, браузер Chrome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➢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NodeJs: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https://nodejs.org/en/download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(Версия v20.20.0 LTS)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➢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VSCode: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https://code.visualstudio.com/download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Extensions: 	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03200" lvl="0" marL="1257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Runner (change settings)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2" marL="171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Clear Previous Output: 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3" marL="171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Show Execution Message: off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3" marL="171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Save File Before Run: 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Если уже было установлено раньше, советую удалить все остальные extensions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Перезапустить VSCode для пользователей Windows</a:t>
            </a:r>
            <a:endParaRPr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" name="Google Shape;100;p25"/>
          <p:cNvCxnSpPr/>
          <p:nvPr/>
        </p:nvCxnSpPr>
        <p:spPr>
          <a:xfrm>
            <a:off x="299525" y="655350"/>
            <a:ext cx="283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216600" y="305725"/>
            <a:ext cx="8658300" cy="4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➢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Создать место для кода: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 C драйве, создать отдельную папку для учебы на этом потоке, “Js_2026_Spring”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ВАЖНО!!! </a:t>
            </a:r>
            <a:r>
              <a:rPr lang="en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Не создавать папку на Dropbox или OneDrive или других облаках</a:t>
            </a:r>
            <a:endParaRPr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Внутри, создать еще одну папку, “Js_Theory”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lphaLcPeriod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Здесь можно будет писать код и делать домашнюю работу. В будущем, мы будем создавать другие папки, для других целей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4294967295" type="body"/>
          </p:nvPr>
        </p:nvSpPr>
        <p:spPr>
          <a:xfrm>
            <a:off x="252600" y="0"/>
            <a:ext cx="85863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будем работать в VSCode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7"/>
          <p:cNvSpPr txBox="1"/>
          <p:nvPr/>
        </p:nvSpPr>
        <p:spPr>
          <a:xfrm>
            <a:off x="216600" y="466500"/>
            <a:ext cx="8658300" cy="46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Открыть созданную папку (смотри сверху)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Создаем новый файл, “myFirstFile.js”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Пишем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Нажимаем кнопку “Run”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!!!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Компьютер читает код сверху вниз и слева на право.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Поэтому, если написать несколько линий кода, то исполняться будет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сверху вниз и слева на право.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console.log(“Hello World”);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console.log(“Good Evening”);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Можно закомментировать код. Если код закомментирован, то программа его не читает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Главное правило программирования:</a:t>
            </a:r>
            <a:endParaRPr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 пишем код для себя и других программистов, код должен быть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ЧИТАБЕЛЬНЫМ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!!!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Соблюдаем пробелы, скобки, новые линии, точки с запятой т.д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" name="Google Shape;112;p27"/>
          <p:cNvCxnSpPr/>
          <p:nvPr/>
        </p:nvCxnSpPr>
        <p:spPr>
          <a:xfrm>
            <a:off x="299525" y="386136"/>
            <a:ext cx="283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27"/>
          <p:cNvSpPr/>
          <p:nvPr/>
        </p:nvSpPr>
        <p:spPr>
          <a:xfrm>
            <a:off x="1539950" y="1159300"/>
            <a:ext cx="2422500" cy="28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console.log(“Hello World”);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